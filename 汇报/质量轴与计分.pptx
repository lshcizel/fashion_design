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Quality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规范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版本 ] </a:t>
            </a: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fashion_text_prompt_optimizer  v0.4.5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讲什么 ] </a:t>
            </a: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质量轴怎么设计，分数怎么从指标汇总到最终 S_fp。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评什么 ] </a:t>
            </a: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质量轴问「好不好」：写得具体、准确、清晰，有识别性设计想法，并能直接拿去生图。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不评什么 ] </a:t>
            </a:r>
            <a:r>
              <a:rPr sz="17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不评规格有没有写全，不评系列共用成衣语法，惩罚分也不并入总分。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Score Axes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覆盖轴  20%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问有没有。该写的点按 0 或 1 命中，再取平均，得到 C。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质量轴  80%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问好不好。六个子模块先各自均分，再按权重合成 Q。这是主轴。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加分项  不计分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风格、品牌、叙事增强。会记下来，但不进入最终分 S_fp。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惩罚项  不扣分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冗余、左右互斥、气质打架、不合理、套公式。不从总分里扣，只用来卡门。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Quality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模块设计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怎么加权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质量轴先按模块打分，再按权重合成。权重大，说明这件事更决定「好不好」。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4702" y="2550000"/>
          <a:ext cx="10879999" cy="2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9200"/>
                <a:gridCol w="979200"/>
                <a:gridCol w="1196800"/>
                <a:gridCol w="5004799"/>
              </a:tblGrid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权重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占质量轴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评什么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设计价值  DesignMerit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×10.0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52.6%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有没有不可替换的识别性设计想法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可见性优先级  ConcisenessAndDensity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×3.0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可见主体是否压过姿态、评论、隐藏细节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生成适配  GenerationReadiness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×3.0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15.8%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文本能否直接支撑 text-to-image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属性绑定  BindingAccuracy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×1.0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颜色、材质、配件有没有绑到正确对象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语言清晰  LanguageClarity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×1.0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数量、代词、省略能不能一次读懂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0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结构清晰  StructuralClarity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×1.0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5.3%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2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信息是否按主体到细节递进、按件聚合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4702" y="56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怎么读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设计价值单独约占质量轴 53%。可见性和生成适配合起来约占 32%。绑定、语言、结构各约 5%，用来兜底可读性。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Design Merit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×10.0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评什么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有没有不可替换的可见设计想法。写细、写全、露腰、系腰带，都不等于独特。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怎么检验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把颜色、材质、品牌词换掉，造型身份是否还在。换完仍可读成同一套，就不是高分。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什么算高分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整面表面场（肌理 / 印花 / 密铺装饰）；画出轮廓的沿边路径；开合后内层仍是另一件可读的衣服；两件主干在表面或量感上对撞。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什么算低分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成衣收口、常规叠穿、系列共用的短夹克 + 衬衫 + 短裤/裤 + 腰带语法、面料情绪词、主题对仗。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打完分后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裁判打完后，若文本检测不到识别性想法，相关指标会被压到 0.25–0.5，避免把「写细」当成「写好」。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Design Merit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打分量规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7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怎么打分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五档 0 / 0.25 / 0.5 / 0.75 / 1.0。模块分 = 适用指标取平均。工艺装饰只在工艺明显时才计分。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4702" y="2380000"/>
          <a:ext cx="10879999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527"/>
                <a:gridCol w="4423736"/>
                <a:gridCol w="4423736"/>
              </a:tblGrid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  有识别性想法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1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0.25  没有识别性想法</a:t>
                      </a:r>
                    </a:p>
                  </a:txBody>
                  <a:tcPr anchor="ctr">
                    <a:solidFill>
                      <a:srgbClr val="F4F4F4"/>
                    </a:solidFill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设计独特性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整面表面场、沿边路径、开合后可读内层、或主干对撞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成衣收口、常规叠穿、系列共用廓形、面料情绪或主题对仗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视觉观察锚定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想法落在部位、沿边路径或开合层次上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部位写得很满，锚定的只是收口、露腰、五金或主题句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工艺装饰显著度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装饰性沿边、整面肌理/印花场、图形裁片画出轮廓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只有明线、暗襟、滚边、品牌五金等成衣收口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组合原创性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开合后内层有自己的品类或表面身份；或主干对撞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常规叠穿，换一件主干读感不变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设计信号纯度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几乎全是在写那个识别性想法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</a:pPr>
                      <a:r>
                        <a:rPr sz="1100" b="0" i="0">
                          <a:solidFill>
                            <a:srgbClr val="1A1A1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可成像，但信号是规格清单、主题对仗或姿态指令</a:t>
                      </a:r>
                    </a:p>
                  </a:txBody>
                  <a:tcPr anchor="ctr">
                    <a:lnL w="6350" cap="flat" cmpd="sng" algn="ctr">
                      <a:solidFill>
                        <a:srgbClr val="D0D0D0"/>
                      </a:solidFill>
                      <a:prstDash val="soli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Visibility &amp;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各 ×3.0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可见性优先级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看可见且决定成像的主体（廓形、品类、层次、主色、工艺路径、可见配件）是否压过隐藏细节、模特姿态和抽象评论。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1.0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可见主体始终居前且占主导。  </a:t>
            </a: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0.5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氛围 / 姿态与主体争抢。  </a:t>
            </a: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0.25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非成像内容喧宾夺主。标准 T2I 开场白不计罚。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生成适配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看文本能否直接支撑生图：可见廓形、品类、材质、颜色、工艺位置、层次与配件是否足够具体、可成像。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1.0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几乎可直接作为生图 prompt。  </a:t>
            </a: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0.5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可见事实与评论/姿态各占一半。  </a:t>
            </a: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0.25 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抽象评论或姿态指令为主。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硬封顶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姿态/走位占显著篇幅 → 可见性与生成适配最高 0.5；抽象评论明显多于可见事实 → 最高 0.25。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生成适配还看 ] </a:t>
            </a:r>
            <a:r>
              <a:rPr sz="15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左右一致性：主干衣裤鞋的左右互斥要收束。空间关系：内外、上下、附着点要能还原。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Binding, Language,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各 ×1.0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属性绑定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颜色、材质、配件、结构、左右信息有没有绑到正确对象。多件衣服时不能张冠李戴。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语言清晰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数量词准不准、有没有打架；代词和省略能不能一次读懂，不用回头找主语。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结构清晰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按「主体 → 廓形 → 材质颜色 → 配件」往下写。多件衣服时同一件的属性写在一起，层次先交代再分述。不评段落数或列表排版。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上限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属性绑定模块分 &lt; 0.5 时，整条质量有效分 Q 最高只能到 0.6。绑错了，不允许靠设计价值把质量轴拉很高。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Score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计算步骤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[ 1  预处理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去掉生图固定句、章节标题等，得到正文。字数和裁判都按这段正文来。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[ 2  裁判打分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覆盖按 0 或 1，质量五档 0~1，惩罚五档 0~1。用不上的项跳过。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[ 3  模块均分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每个质量子模块 = 适用指标取平均。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[ 4  按权重合成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六个模块按 ×10 / ×3 / ×3 / ×1 / ×1 / ×1 加权，得到 Q_w。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[ 5  质量有效分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Q = min(Q_w, cap_q)。默认上限 1.0；绑定 &lt; 0.5 时上限改成 0.6。惩罚不参与。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[ 6  内容主分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s_fp_base = 0.2·C + 0.8·Q。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[ 7  长度校正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相对典型长度微调一下，得到最终 S_fp。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[ 8  双门限 ] </a:t>
            </a:r>
            <a:r>
              <a:rPr sz="14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S_fp ≥ 0.7 且惩罚平均 ≤ 0.5。惩罚只挡门，不改分数。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Score 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计算公式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覆盖分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C = 适用覆盖指标取平均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质量分 ]  </a:t>
            </a: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Q_w = Σ(w_i · m_i) / Σ(w_i)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              </a:t>
            </a: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Q = min(Q_w, cap_q)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内容主分 ]  </a:t>
            </a: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s_fp_base = 0.2 · C + 0.8 · Q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长度校正 ]  </a:t>
            </a: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x = ln(1 + L)     Δ_len = a · (x − x_0)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最终得分 ]  </a:t>
            </a:r>
            <a:r>
              <a:rPr sz="1600" b="0" i="0">
                <a:solidFill>
                  <a:srgbClr val="1A1A1A"/>
                </a:solidFill>
                <a:latin typeface="Consolas"/>
                <a:ea typeface="微软雅黑"/>
                <a:cs typeface="Consolas"/>
              </a:rPr>
              <a:t>S_fp = clip(s_fp_base − Δ_len, 0, 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当前参数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a = 0.002948，x_0 = 7.3478，典型长度约 1552 字。写到这个长度时不校正，S_fp 就等于内容主分。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一行总式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S_fp = clip( 0.2·C + 0.8·Q  −  a·(ln(1+L) − x_0) , 0, 1 )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34702" y="6480000"/>
            <a:ext cx="10880000" cy="28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000" b="0" i="0">
                <a:solidFill>
                  <a:srgbClr val="8A8A8A"/>
                </a:solidFill>
                <a:latin typeface="Calibri"/>
                <a:ea typeface="微软雅黑"/>
                <a:cs typeface="Calibri"/>
              </a:rPr>
              <a:t>fashion_prompt_optimizer_spec.json  v0.4.5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4702" y="517738"/>
            <a:ext cx="10800000" cy="6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3200" b="1" i="0">
                <a:solidFill>
                  <a:srgbClr val="1A1A1A"/>
                </a:solidFill>
                <a:latin typeface="Calibri"/>
                <a:ea typeface="微软雅黑"/>
                <a:cs typeface="Calibri"/>
              </a:rPr>
              <a:t>Length &amp; Gates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702" y="1180000"/>
            <a:ext cx="10800000" cy="320000"/>
          </a:xfrm>
          <a:prstGeom prst="rect">
            <a:avLst/>
          </a:prstGeom>
          <a:noFill/>
        </p:spPr>
        <p:txBody>
          <a:bodyPr wrap="none"/>
          <a:lstStyle/>
          <a:p>
            <a:r>
              <a:rPr sz="1600" b="1" i="0">
                <a:solidFill>
                  <a:srgbClr val="5A5A5A"/>
                </a:solidFill>
                <a:latin typeface="微软雅黑"/>
                <a:ea typeface="微软雅黑"/>
                <a:cs typeface="微软雅黑"/>
              </a:rPr>
              <a:t>门限与校正</a:t>
            </a:r>
          </a:p>
        </p:txBody>
      </p:sp>
      <p:sp>
        <p:nvSpPr>
          <p:cNvPr id="5" name="Rectangle 4"/>
          <p:cNvSpPr/>
          <p:nvPr/>
        </p:nvSpPr>
        <p:spPr>
          <a:xfrm>
            <a:off x="634702" y="1480000"/>
            <a:ext cx="900000" cy="14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4702" y="1580000"/>
            <a:ext cx="10880000" cy="4900000"/>
          </a:xfrm>
          <a:prstGeom prst="rect">
            <a:avLst/>
          </a:prstGeom>
          <a:noFill/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长度怎么调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以常见长度 x_0 为锚，只校正相对偏长 / 偏短。写得比常见更长就扣一点，更短就略加一点，避免靠写长刷分。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得分门限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S_fp ≥ 0.7。过了这道门，才算质量达标。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惩罚门限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五项惩罚取平均，平均分 ≤ 0.5。当前惩罚不乘进总分，也不进奖励，只用来卡门。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奖励分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单条评分时，奖励分就等于 S_fp。同一组里多条一起比时，才按字数微调一点，避免字数差主导奖励。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/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[ 记住 ] </a:t>
            </a:r>
            <a:r>
              <a:rPr sz="1600" b="0" i="0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覆盖问有没有，质量问好不好。最终分数 80% 来自质量轴，质量轴一半以上来自设计价值。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